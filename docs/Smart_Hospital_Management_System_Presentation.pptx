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2194560" cy="8186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46304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UNIVERSITY INSTITUTE OF COMPUTING  •  CHANDIGARH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949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F172A"/>
                </a:solidFill>
                <a:latin typeface="Calibri"/>
              </a:rPr>
              <a:t>SMART HOSPITAL</a:t>
            </a:r>
          </a:p>
          <a:p>
            <a:pPr algn="l"/>
            <a:r>
              <a:rPr sz="3400" b="1" i="0">
                <a:solidFill>
                  <a:srgbClr val="0284C7"/>
                </a:solidFill>
                <a:latin typeface="Calibri"/>
              </a:rPr>
              <a:t>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Calibri"/>
              </a:rPr>
              <a:t>Patient Records  •  Emergency Triage  •  Bed Allocation  •  Recursive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Academic Project Presentation  |  Bachelor of Computer Applications (BCA)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334155"/>
                </a:solidFill>
                <a:latin typeface="Calibri"/>
              </a:rPr>
              <a:t>Student Name : Palash Behura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UID / Section : 26BCA10216  •  Section BCA-2(A)</a:t>
            </a:r>
          </a:p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Course Code   : Computer Programming (26CAH-101)</a:t>
            </a:r>
          </a:p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Academic Year : 2026–2027  •  Chandigarh University, Mohali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91440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Calibri"/>
              </a:rPr>
              <a:t>C99 IMPLEMENTATION</a:t>
            </a:r>
          </a:p>
          <a:p>
            <a:pPr algn="l">
              <a:spcBef>
                <a:spcPts val="18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30</a:t>
            </a:r>
          </a:p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PRECONFIGURED DEMO RECORDS</a:t>
            </a:r>
          </a:p>
          <a:p>
            <a:pPr algn="l">
              <a:spcBef>
                <a:spcPts val="1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30</a:t>
            </a:r>
          </a:p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BED SLOTS (3 WARDS × 10 BEDS)</a:t>
            </a:r>
          </a:p>
          <a:p>
            <a:pPr algn="l">
              <a:spcBef>
                <a:spcPts val="1400"/>
              </a:spcBef>
            </a:pPr>
            <a:r>
              <a:rPr sz="3600" b="1" i="0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l"/>
            <a:r>
              <a:rPr sz="950" b="0" i="0">
                <a:solidFill>
                  <a:srgbClr val="CBD5E1"/>
                </a:solidFill>
                <a:latin typeface="Calibri"/>
              </a:rPr>
              <a:t>DOCTORS WITH WORKLOAD CAPS</a:t>
            </a:r>
          </a:p>
          <a:p>
            <a:pPr algn="l">
              <a:spcBef>
                <a:spcPts val="2000"/>
              </a:spcBef>
            </a:pPr>
            <a:r>
              <a:rPr sz="1000" b="1" i="0">
                <a:solidFill>
                  <a:srgbClr val="0284C7"/>
                </a:solidFill>
                <a:latin typeface="Calibri"/>
              </a:rPr>
              <a:t>PURE STANDARD C (C99)</a:t>
            </a:r>
            <a:br/>
            <a:r>
              <a:t>STRUCTURES • POINTERS • RECURSION •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01 /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A modular C99 console system unifying intake, triage, beds, doctor loads, and billing.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PATIENT FLOW &amp; TRIAGE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Manual hospital desks face severe record bottlenecks and delayed emergency care.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Sequential Auto-ID: Assigns unique patient IDs sequentially upon intake.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Emergency-First Triage: Uses dynamic priority bubble sorting to display Priority 1 (Emergency) cases ahead of Priority 2 (Normal).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Dual-Mode Search: Fast retrieval by numeric ID or case-insensitive name substring matching.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In-Place Updates: Direct record editing in patients.dat without file rewriting.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RESOURCE ALLOCATION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Fixed Ward Capacity: 30 beds partitioned across General, ICU, and Pediatric wards (10 beds each).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2D Matrix Tracking: Models bed status as int beds[3][10]; 0 indicates vacant, 1 indicates occupied.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First-Fit Allotment: Automatically searches for the first available bed in the requested ward.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Doctor Workload Balancing: 5 configured medical specialists with hard capacity limits (max 5 patients per doctor).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Bed Release on Discharge: Clears bed slot immediately upon patient discharge.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2926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RECURSIVE BILLING &amp; PERSISTENCE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Multi-Component Charges: Consultation, medication, daily room rate, and laboratory tests.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Divide-and-Conquer Recursion: totalBill() calculates total liability by recursive summation.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Itemized ASCII Export: Generates discharge_&lt;id&gt;.txt audit statement upon discharge.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Binary File Streams: Stores records in patients.dat and bed grid in beds.dat.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Educational Prototype: Engineered for BCA coursework, strictly standard C99 compliant.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02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Core Functional Scope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12 structured operations accessible via a centralized menu dispatch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01  Register Patient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Demographic intake, auto-assigned sequential ID, default zero charges, binary append.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02  Emergency Triage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Sorts non-discharged patients by priority; critical emergencies shown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03  Assign Doctor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Displays specialist directory; enforces strict 5-patient workload limit per doctor.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86199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04  Show Bed Grid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Renders 3x10 matrix across General, ICU, and Pediatric wards with occupancy totals.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749039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749039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886199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05  Allocate Bed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First-fit vacancy search in chosen ward; transitions patient status to Admitted.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749039"/>
            <a:ext cx="3383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749039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886199"/>
            <a:ext cx="30175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06  Treatment Charges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Records consultation, medicine, room rate, and diagnostic test expenses.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ADDITIONAL MODULES: Option 07 (Discharge &amp; Bill)  •  Option 08 (Search)  •  Option 09 (Update)  •  Option 10 (Registry)  •  Option 11 (Summary)</a:t>
            </a:r>
          </a:p>
          <a:p>
            <a:pPr algn="l"/>
            <a:r>
              <a:rPr sz="950" b="0" i="0">
                <a:solidFill>
                  <a:srgbClr val="0284C7"/>
                </a:solidFill>
                <a:latin typeface="Calibri"/>
              </a:rPr>
              <a:t>DEMO LOADER (99): Seeds 30 realistic patients with safety confirmation (y/n)  |  CLEAN SHUTDOWN (0): Flushes state and exits cleanly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03 /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Data Models &amp; Persistence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Explicit structure tags, 2D matrix allocation, and random-access binary streams.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PRIMARY DATA STRUCTURES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struct Patient: Represents complete patient record: ID, name, age, gender, disease, priority (1=Emerg, 2=Norm), doctorId, wardNo, bedNo, daysAdmitted, status (0=Wait, 1=Adm, 2=Disch), nested charges.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struct Charges: consultation, medicine, roomPerDay, tests (float values for financial audit).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struct Doctor: id, name, dept, patientCount (tracks active load; max 5).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2D Bed Grid: int beds[3][10] represents 3 wards x 10 beds = 30 total beds. Passed via pointer-to-array int (*grid)[10].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PERSISTENCE SCHEMA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patients.dat: Binary stream storing struct Patient records. Appends new patients via "ab"; performs in-place record updates via "rb+" using fseek() and ftell().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beds.dat: Binary file storing the complete 3x10 integer matrix. Reloaded on startup to preserve ward occupancy across sessions.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discharge_&lt;id&gt;.txt: Plain-text ASCII discharge summary generated upon patient release, itemizing all four charges and final total.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State Integrity: Status transitions: Waiting (0) -&gt; Admitted (1) -&gt; Discharged (2). Bed slots are released immediately upon discharge.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CONTROL FLOW &amp; DISPATCH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Central State Machine: Outer do-while loop drives menu selection and dispatches to modular functions.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Input Buffer Hygiene: clearInputBuffer() and stripNewline() prevent dangling newline characters in scanf/fgets.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Direct Pointer Addressing: (arr + i)-&gt;priority used during array traversal for high execution efficiency.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Memory Management: Dynamically sizes triage lists with malloc() and releases memory with free().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Zero Dynamic Memory Leaks: Verified by valgrind and compiler sanity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04 / CONSOLE UI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Console Interface and Output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Solving column misalignment from long medical strings while preserving full record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57200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2062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THE ALIGNMENT CHALLENGE &amp; SOLUTION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The Column Drift Problem: In C printf("%-14s"), specifiers enforce a MINIMUM width rather than a hard boundary. Long clinical diagnoses such as "Acute Myocardial Infarction" (27 chars) expanded outward, pushing Priority, Status, Ward, and Bed out of alignment.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The truncateText() Helper: Engineered a reusable standard C helper: void truncateText(char *dest, const char *src, int maxLen). If src exceeds maxLen, it copies maxLen-3 chars and appends "..." to fit the column perfectly.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Zero Data Mutation: The original medical diagnosis remains completely intact in struct Patient and patients.dat. Truncation occurs strictly in temporary display buffers during screen rendering.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Fixed-Width Grid Standard: Columns fixed: ID (4), Name (20), Age (4), G (3), Disease (26), Priority (11), Status (11), Ward (5), Bed (4). Formatted with 96 dashes; fits 100-110 col terminals.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Clean Unassigned Indicators: Unassigned ward and bed values display as "-" instead of confusing internal indices (-1).</a:t>
            </a:r>
          </a:p>
        </p:txBody>
      </p:sp>
      <p:pic>
        <p:nvPicPr>
          <p:cNvPr id="8" name="Picture 7" descr="patient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5852160" cy="35177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5760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1">
                <a:solidFill>
                  <a:srgbClr val="64748B"/>
                </a:solidFill>
                <a:latin typeface="Calibri"/>
              </a:rPr>
              <a:t>Figure 2. Verified fixed-width output of displayAll() showing active ellipsis truncation on long diseases.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05 / DEMO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30-Patient Realistic Demonstration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Pre-seeded clinical scenarios for immediate demonstration, grading, and viva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0284C7"/>
                </a:solidFill>
                <a:latin typeface="Calibri"/>
              </a:rPr>
              <a:t>30</a:t>
            </a:r>
          </a:p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PATIENT RECORDS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Predefined fictional dataset (Option 99)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645920"/>
            <a:ext cx="2560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16A34A"/>
                </a:solidFill>
                <a:latin typeface="Calibri"/>
              </a:rPr>
              <a:t>15</a:t>
            </a:r>
          </a:p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ADMITTED PATIENTS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5 General, 5 ICU, 5 Pediatric beds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60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D97706"/>
                </a:solidFill>
                <a:latin typeface="Calibri"/>
              </a:rPr>
              <a:t>10</a:t>
            </a:r>
          </a:p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WAITING PATIENTS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Queued for doctor and bed allotment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645920"/>
            <a:ext cx="25603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 i="0">
                <a:solidFill>
                  <a:srgbClr val="64748B"/>
                </a:solidFill>
                <a:latin typeface="Calibri"/>
              </a:rPr>
              <a:t>5</a:t>
            </a:r>
          </a:p>
          <a:p>
            <a:pPr algn="ctr"/>
            <a:r>
              <a:rPr sz="1000" b="1" i="0">
                <a:solidFill>
                  <a:srgbClr val="0F172A"/>
                </a:solidFill>
                <a:latin typeface="Calibri"/>
              </a:rPr>
              <a:t>DISCHARGED PATIENTS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Historical records with saved bills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5212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DOCTOR WORKLOADS &amp; BED BALANCE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30 Total Beds: Exactly 15 occupied [X] (5 per ward) and 15 free [ ] immediately after demo loading.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Balanced Doctor Allocations: Doctor loads {Dr. 1: 4, Dr. 2: 5, Dr. 3: 4, Dr. 4: 3, Dr. 5: 4}.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Capacity Limit Test: Dr. Rohit Mehta (Cardiology) is seeded at full capacity (5/5), allowing immediate demonstration of workload rejection logic.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Realistic Clinical Variety: Conditions span Acute Myocardial Infarction, Severe Asthma, Dengue, Pneumonia, and Diabetic Ketoacidosis.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291840"/>
            <a:ext cx="5212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29184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484632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SAFETY CONFIRMATION (OPTION 99)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Reset Warning: Option 99 displays an explicit warning that patient records and bed allocations will be reset.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Confirmation Prompt: Requires explicit input: 'Are you sure you want to load 30 demo patients? (y/n)'.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Abort Safeguard: Entering 'n' or any invalid character immediately cancels the operation with zero data modification.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Verified Lifecycle: Initial seed state (30 records: 15/10/5) vs. Post-workflow state (31 records: 15/10/6) after intake and discharge.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06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Core C99 Programming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Direct pointer manipulation, recursive algorithms, and binary stream operations.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POINTER ARITHMETIC &amp; DYNAMIC MEMORY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Direct Offset Traversal: Uses (arr + i)-&gt;priority instead of array subscripting to demonstrate pointer arithmetic.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Dynamic Array Sizing: triageList() measures file size via ftell() and allocates exact memory with malloc().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Pass-by-Reference: updatePatient(struct Patient *p) passes struct pointers to eliminate stack copy overhead.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2D Pointer Notation: Bed grid passed via pointer-to-array: void showBeds(int (*grid)[10]).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DIVIDE-AND-CONQUER RECURSION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Recursive Billing: totalBill(charges, n) sums 4 charge elements recursively.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  Base Case: n == 0 → return 0.0f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  Recursive Case: charges[n-1] + totalBill(charges, n-1)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Recursive Emergency Count: countEmergency(arr, n) recursively aggregates Priority 1 patients across active arrays for dashboard display.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02336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02336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RANDOM-ACCESS BINARY FILE I/O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Stream Operations: fopen, fread, fwrite, fseek, ftell, fclose.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In-Place Record Updating: Rather than rewriting the file, updatePatient() captures byte offset with ftell() and writes directly using fseek(f, pos, SEEK_SET).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Audit Persistence: Text summaries exported to discharge_&lt;id&gt;.txt.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023360"/>
            <a:ext cx="52120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COMPILER SANITY &amp; ZERO WARNINGS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Strict C99 Standard: gcc -std=c99 -Wall -Wextra -Wpedantic.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Zero Diagnostic Warnings: All format overflows and unused parameters resolved.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Syllabus Integrity: Zero typedef, zero unions, zero enums, zero linked lists, and standard library only (&lt;stdio.h&gt;, &lt;stdlib.h&gt;, &lt;string.h&gt;, &lt;ctype.h&gt;).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07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Live Demonstration &amp; Visual Interface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Captured terminal outputs illustrating genuine program execution.</a:t>
            </a:r>
          </a:p>
        </p:txBody>
      </p:sp>
      <p:pic>
        <p:nvPicPr>
          <p:cNvPr id="5" name="Picture 4" descr="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383280" cy="2713130"/>
          </a:xfrm>
          <a:prstGeom prst="rect">
            <a:avLst/>
          </a:prstGeom>
        </p:spPr>
      </p:pic>
      <p:pic>
        <p:nvPicPr>
          <p:cNvPr id="6" name="Picture 5" descr="t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383280" cy="1930545"/>
          </a:xfrm>
          <a:prstGeom prst="rect">
            <a:avLst/>
          </a:prstGeom>
        </p:spPr>
      </p:pic>
      <p:pic>
        <p:nvPicPr>
          <p:cNvPr id="7" name="Picture 6" descr="bed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383280" cy="1828272"/>
          </a:xfrm>
          <a:prstGeom prst="rect">
            <a:avLst/>
          </a:prstGeom>
        </p:spPr>
      </p:pic>
      <p:pic>
        <p:nvPicPr>
          <p:cNvPr id="8" name="Picture 7" descr="dischar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23360"/>
            <a:ext cx="3383280" cy="3044952"/>
          </a:xfrm>
          <a:prstGeom prst="rect">
            <a:avLst/>
          </a:prstGeom>
        </p:spPr>
      </p:pic>
      <p:pic>
        <p:nvPicPr>
          <p:cNvPr id="9" name="Picture 8" descr="sum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023360"/>
            <a:ext cx="3383280" cy="21600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46720" y="4023360"/>
            <a:ext cx="33832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0" y="402336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160520"/>
            <a:ext cx="30175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DEMO WORKFLOW SUMMARY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1. Seed 30 demo patients via Option 99.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2. Inspect triage queue sorted emergency-first.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3. Verify 2D bed occupancy (15 occ, 15 free).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4. Allocate bed to waiting patient.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5. Discharge patient with recursive billing.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6. Review real-time dashboard analytics.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08 / 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Automated Verification &amp; Known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Comprehensive validation via isolated sandbox testing and rigorous compiler checks.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AUTOMATED SMOKE TEST SUITE (26/26 PASS)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Test Runner: python3 tests/smoke_test.py (runs in isolated temp directory)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Compiler Check: gcc -std=c99 -Wall -Wextra -Wpedantic → Zero Warnings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Initial Seed State: Verified 30 records (15 admitted, 10 waiting, 5 discharged)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Bed Consistency: Verified 15 unique beds occupied (5 per ward), 15 free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Doctor Limit: Verified rejection of assignment to Dr. Rohit Mehta (5/5 full)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Bed Allocation: Verified first free bed in Ward 1 allotted to waiting patient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Recursive Discharge: Verified recursive summation and discharge receipt export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Post-Workflow State: Verified 31 records (15 adm, 10 wait, 6 disch) after mutations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Sandbox Isolation: Zero runtime data files leaked to repository root directory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SYSTEM SCOPE &amp; KNOWN LIMITATIONS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Single-User Architecture: Designed for single-operator console execution; lacks concurrent multi-user database locking and network sockets.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Binary File Portability: Raw struct serialization in patients.dat is fast for coursework, but binary layout depends on compiler alignment and CPU architecture.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In-Memory Doctor Counts: Doctor active patient counters are initialized in memory during session. In a production system, these would be computed from patients.dat on boot.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Coursework Status: Developed as an academic demonstration prototype for BCA Computer Programming, not certified for clinical use.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4155"/>
                </a:solidFill>
                <a:latin typeface="Calibri"/>
              </a:rPr>
              <a:t>Evaluation Defense: All functionality, data structures, and algorithms are fully implemented and defensible in viva examination.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  <a:latin typeface="Calibri"/>
              </a:rPr>
              <a:t>09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Coursework fulfillment, key engineering takeaways, and future development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ACADEMIC FULFILLMENT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Successfully implements syllabus concepts: structures, pointers, dynamic memory, recursion, arrays, and binary file streams.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Solved real-world console challenges including disease text overflow via truncateText().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Rigid alignment and clean presentation across all terminal environments.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FUTURE ENHANCEMENTS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Multi-User Authentication: Role-based access for receptionists, doctors, and cashiers.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Doctor Persistence: Store doctor workload state across restarts in doctors.dat.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Data Interoperability: Export records to standard CSV and JSON formats.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Automated Waiting Queue: Auto-allot vacant beds to emergency triage patients.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F172A"/>
                </a:solidFill>
                <a:latin typeface="Calibri"/>
              </a:rPr>
              <a:t>VIVA DEFENSE READINESS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Pure standard C99 source code (main.c).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Zero compiler warnings (-Wall -Wextra).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26 automated smoke test assertions passed.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Reproducible 30-patient demo dataset (Option 99).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Calibri"/>
              </a:rPr>
              <a:t>• GitHub: Full version history and deliverables.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Thank You  •  Questions &amp; Live Demonstration</a:t>
            </a:r>
          </a:p>
          <a:p>
            <a:pPr algn="l"/>
            <a:r>
              <a:rPr sz="1000" b="0" i="0">
                <a:solidFill>
                  <a:srgbClr val="0284C7"/>
                </a:solidFill>
                <a:latin typeface="Calibri"/>
              </a:rPr>
              <a:t>Palash Behura (UID: 26BCA10216, BCA-2A)  •  Chandigarh University  •  GitHub: https://github.com/palashbehura54-source/smart-hospital-management-system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